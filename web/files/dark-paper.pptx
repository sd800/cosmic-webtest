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d9923db4fb4d2f" /><Relationship Type="http://schemas.openxmlformats.org/officeDocument/2006/relationships/extended-properties" Target="/docProps/app.xml" Id="R60406d614fb348c4" /><Relationship Type="http://schemas.openxmlformats.org/officeDocument/2006/relationships/officeDocument" Target="/ppt/presentation.xml" Id="Re164d3dc75c24d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f516e3591f4389"/>
  </p:sldMasterIdLst>
  <p:notesMasterIdLst>
    <p:notesMasterId xmlns:r="http://schemas.openxmlformats.org/officeDocument/2006/relationships" r:id="R8a21eead0e0548c7"/>
  </p:notesMasterIdLst>
  <p:sldIdLst>
    <p:sldId xmlns:r="http://schemas.openxmlformats.org/officeDocument/2006/relationships" id="256" r:id="Rdc115b49a3e84063"/>
    <p:sldId xmlns:r="http://schemas.openxmlformats.org/officeDocument/2006/relationships" id="257" r:id="R943be6cbbf474f97"/>
    <p:sldId xmlns:r="http://schemas.openxmlformats.org/officeDocument/2006/relationships" id="258" r:id="R547315f8991740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deb03e04c741c7" /><Relationship Type="http://schemas.openxmlformats.org/officeDocument/2006/relationships/slideMaster" Target="/ppt/slideMasters/slideMaster1.xml" Id="R7ef516e3591f4389" /><Relationship Type="http://schemas.openxmlformats.org/officeDocument/2006/relationships/notesMaster" Target="/ppt/notesMasters/notesMaster1.xml" Id="R8a21eead0e0548c7" /><Relationship Type="http://schemas.openxmlformats.org/officeDocument/2006/relationships/presProps" Target="/ppt/presProps.xml" Id="Re0cb8b01a9374dc1" /><Relationship Type="http://schemas.openxmlformats.org/officeDocument/2006/relationships/tableStyles" Target="/ppt/tableStyles.xml" Id="R9ef565b6271b44b3" /><Relationship Type="http://schemas.openxmlformats.org/officeDocument/2006/relationships/slide" Target="/ppt/slides/slide1.xml" Id="Rdc115b49a3e84063" /><Relationship Type="http://schemas.openxmlformats.org/officeDocument/2006/relationships/slide" Target="/ppt/slides/slide2.xml" Id="R943be6cbbf474f97" /><Relationship Type="http://schemas.openxmlformats.org/officeDocument/2006/relationships/slide" Target="/ppt/slides/slide3.xml" Id="R547315f8991740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704216cfd548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d3dd79b04d4221" /><Relationship Type="http://schemas.openxmlformats.org/officeDocument/2006/relationships/notesMaster" Target="/ppt/notesMasters/notesMaster1.xml" Id="R49d616e6e24547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3575ab7ade4f16" /><Relationship Type="http://schemas.openxmlformats.org/officeDocument/2006/relationships/notesMaster" Target="/ppt/notesMasters/notesMaster1.xml" Id="R1c5d2a7110ee4c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516d7f03284e00" /><Relationship Type="http://schemas.openxmlformats.org/officeDocument/2006/relationships/notesMaster" Target="/ppt/notesMasters/notesMaster1.xml" Id="R6eb6990226854b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3a9f40a7a942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23a2ea00d244be" /><Relationship Type="http://schemas.openxmlformats.org/officeDocument/2006/relationships/slideLayout" Target="/ppt/slideLayouts/slideLayout1.xml" Id="Rf35316fcda4d41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5316fcda4d41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9a6076eac434d" /><Relationship Type="http://schemas.openxmlformats.org/officeDocument/2006/relationships/notesSlide" Target="/ppt/notesSlides/notesSlide1.xml" Id="R1ff1e43070694b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7c6846ff44448" /><Relationship Type="http://schemas.openxmlformats.org/officeDocument/2006/relationships/notesSlide" Target="/ppt/notesSlides/notesSlide2.xml" Id="R91a6e338fe7844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1956f4c1c4556" /><Relationship Type="http://schemas.openxmlformats.org/officeDocument/2006/relationships/notesSlide" Target="/ppt/notesSlides/notesSlide3.xml" Id="R668fe71a873b43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EB43F-0E79-49D2-BEED-B147F6C0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4050">
                <a:solidFill>
                  <a:srgbClr val="F4F6FA"/>
                </a:solidFill>
                <a:latin typeface="Arial"/>
                <a:ea typeface="Arial"/>
                <a:cs typeface="Arial"/>
              </a:rPr>
              <a:t>Black paper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A8175-7D77-4D9A-B466-07D49970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4F6FA"/>
                </a:solidFill>
                <a:latin typeface="Arial"/>
                <a:ea typeface="Arial"/>
                <a:cs typeface="Arial"/>
              </a:rPr>
              <a:t>Direct black slide background.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AF947-3693-4D5C-8CDB-BC8D54BB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4F6FA"/>
                </a:solidFill>
                <a:latin typeface="Arial"/>
                <a:ea typeface="Arial"/>
                <a:cs typeface="Arial"/>
              </a:rPr>
              <a:t>White text on dark paper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99F8A-801C-4B7F-9FF1-95E80803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AB4C2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AAB4C2"/>
                </a:solidFill>
                <a:latin typeface="Arial"/>
                <a:ea typeface="Arial"/>
                <a:cs typeface="Arial"/>
              </a:rPr>
              <a:t>Cosmic WebTest  /  1 of 3</a:t>
            </a:r>
          </a:p>
        </p:txBody>
      </p:sp>
    </p:spTree>
    <p:extLst>
      <p:ext uri="{BB962C8B-B14F-4D97-AF65-F5344CB8AC3E}">
        <p14:creationId xmlns:p14="http://schemas.microsoft.com/office/powerpoint/2010/main" val="700159670"/>
      </p:ext>
    </p:extLst>
  </p:cSld>
</p:sld>
</file>

<file path=ppt/slides/slide2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Ref idx="1001">
        <ns1:srgbClr val="101218"/>
      </ns0:bgRef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5" name="">
            <ns1:extLst>
              <ns1:ext uri="{FF2B5EF4-FFF2-40B4-BE49-F238E27FC236}">
                <ns2:creationId id="{FBFC5727-1342-44CA-BBE4-BCF9D73B4FE1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619125"/>
            <ns1:ext cx="1066800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4050">
                <ns1:solidFill>
                  <ns1:srgbClr val="F4F6FA"/>
                </ns1:solidFill>
                <ns1:latin typeface="Arial"/>
                <ns1:ea typeface="Arial"/>
                <ns1:cs typeface="Arial"/>
              </ns1:defRPr>
            </ns1:pPr>
            <ns1:r>
              <ns1:rPr sz="4050">
                <ns1:solidFill>
                  <ns1:srgbClr val="F4F6FA"/>
                </ns1:solidFill>
                <ns1:latin typeface="Arial"/>
                <ns1:ea typeface="Arial"/>
                <ns1:cs typeface="Arial"/>
              </ns1:rPr>
              <ns1:t>Theme-based dark paper</ns1:t>
            </ns1:r>
          </ns1:p>
        </ns0:txBody>
      </ns0:sp>
      <ns0:sp>
        <ns0:nvSpPr>
          <ns0:cNvPr id="2" name="">
            <ns1:extLst>
              <ns1:ext uri="{FF2B5EF4-FFF2-40B4-BE49-F238E27FC236}">
                <ns2:creationId id="{613E53A6-FFF7-4FED-9EB5-0455D4DCFF00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2143125"/>
            <ns1:ext cx="1066800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>
                <ns1:solidFill>
                  <ns1:srgbClr val="F4F6FA"/>
                </ns1:solidFill>
                <ns1:latin typeface="Arial"/>
                <ns1:ea typeface="Arial"/>
                <ns1:cs typeface="Arial"/>
              </ns1:defRPr>
            </ns1:pPr>
            <ns1:r>
              <ns1:rPr sz="2250">
                <ns1:solidFill>
                  <ns1:srgbClr val="F4F6FA"/>
                </ns1:solidFill>
                <ns1:latin typeface="Arial"/>
                <ns1:ea typeface="Arial"/>
                <ns1:cs typeface="Arial"/>
              </ns1:rPr>
              <ns1:t>Dark background inherited through the theme fill.</ns1:t>
            </ns1:r>
          </ns1:p>
        </ns0:txBody>
      </ns0:sp>
      <ns0:sp>
        <ns0:nvSpPr>
          <ns0:cNvPr id="3" name="">
            <ns1:extLst>
              <ns1:ext uri="{FF2B5EF4-FFF2-40B4-BE49-F238E27FC236}">
                <ns2:creationId id="{0A5C2EA4-B679-45A1-AB18-33CC05450855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3381375"/>
            <ns1:ext cx="1066800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2250">
                <ns1:solidFill>
                  <ns1:srgbClr val="F4F6FA"/>
                </ns1:solidFill>
                <ns1:latin typeface="Arial"/>
                <ns1:ea typeface="Arial"/>
                <ns1:cs typeface="Arial"/>
              </ns1:defRPr>
            </ns1:pPr>
            <ns1:r>
              <ns1:rPr sz="2250">
                <ns1:solidFill>
                  <ns1:srgbClr val="F4F6FA"/>
                </ns1:solidFill>
                <ns1:latin typeface="Arial"/>
                <ns1:ea typeface="Arial"/>
                <ns1:cs typeface="Arial"/>
              </ns1:rPr>
              <ns1:t>White text on dark paper</ns1:t>
            </ns1:r>
          </ns1:p>
        </ns0:txBody>
      </ns0:sp>
      <ns0:sp>
        <ns0:nvSpPr>
          <ns0:cNvPr id="4" name="">
            <ns1:extLst>
              <ns1:ext uri="{FF2B5EF4-FFF2-40B4-BE49-F238E27FC236}">
                <ns2:creationId id="{FCB033D3-DA3E-4B40-A6E1-55AF81941FCA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5619750"/>
            <ns1:ext cx="10668000" cy="762000"/>
          </ns1:xfrm>
          <ns1:prstGeom prst="rect">
            <ns1:avLst/>
          </ns1:prstGeom>
          <ns1:noFill/>
          <ns1:ln w="0">
            <ns1:noFill/>
          </ns1:ln>
        </ns0:spPr>
        <ns0:txBody>
          <ns1:bodyPr>
            <ns1:noAutofit/>
          </ns1:bodyPr>
          <ns1:lstStyle/>
          <ns1:p>
            <ns1:pPr>
              <ns1:defRPr sz="1800">
                <ns1:solidFill>
                  <ns1:srgbClr val="AAB4C2"/>
                </ns1:solidFill>
                <ns1:latin typeface="Arial"/>
                <ns1:ea typeface="Arial"/>
                <ns1:cs typeface="Arial"/>
              </ns1:defRPr>
            </ns1:pPr>
            <ns1:r>
              <ns1:rPr sz="1800">
                <ns1:solidFill>
                  <ns1:srgbClr val="AAB4C2"/>
                </ns1:solidFill>
                <ns1:latin typeface="Arial"/>
                <ns1:ea typeface="Arial"/>
                <ns1:cs typeface="Arial"/>
              </ns1:rPr>
              <ns1:t>Cosmic WebTest  /  2 of 3</ns1:t>
            </ns1:r>
          </ns1:p>
        </ns0:txBody>
      </ns0:sp>
    </ns0:spTree>
    <ns0:extLst>
      <ns0:ext uri="{BB962C8B-B14F-4D97-AF65-F5344CB8AC3E}">
        <ns3:creationId val="1133934382"/>
      </ns0:ext>
    </ns0:extLst>
  </ns0:cSld>
</ns0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77B5C-4B01-40F4-9393-DBCE3893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4050">
                <a:solidFill>
                  <a:srgbClr val="202124"/>
                </a:solidFill>
                <a:latin typeface="Arial"/>
                <a:ea typeface="Arial"/>
                <a:cs typeface="Arial"/>
              </a:rPr>
              <a:t>White paper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D47ADF-4F50-4646-8E57-536E7B41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202124"/>
                </a:solidFill>
                <a:latin typeface="Arial"/>
                <a:ea typeface="Arial"/>
                <a:cs typeface="Arial"/>
              </a:rPr>
              <a:t>A dark text box does not make this a black-paper slide.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9505B-6194-417A-9269-193D1CD8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1066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F4F6FA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F4F6FA"/>
                </a:solidFill>
                <a:latin typeface="Arial"/>
                <a:ea typeface="Arial"/>
                <a:cs typeface="Arial"/>
              </a:rPr>
              <a:t>Dark text box on white paper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3E9FB-4DE3-4F17-99EE-0B0C9BD0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5F6368"/>
                </a:solidFill>
                <a:latin typeface="Arial"/>
                <a:ea typeface="Arial"/>
                <a:cs typeface="Arial"/>
              </a:rPr>
              <a:t>Cosmic WebTest  /  3 of 3</a:t>
            </a:r>
          </a:p>
        </p:txBody>
      </p:sp>
    </p:spTree>
    <p:extLst>
      <p:ext uri="{BB962C8B-B14F-4D97-AF65-F5344CB8AC3E}">
        <p14:creationId xmlns:p14="http://schemas.microsoft.com/office/powerpoint/2010/main" val="1850385415"/>
      </p:ext>
    </p:extLst>
  </p:cSld>
</p:sld>
</file>

<file path=ppt/theme/theme1.xml><?xml version="1.0" encoding="utf-8"?>
<ns0:theme xmlns:ns0="http://schemas.openxmlformats.org/drawingml/2006/main" name="ChatGPT">
  <ns0:themeElements>
    <ns0:clrScheme name="ChatGPT">
      <ns0:dk1>
        <ns0:srgbClr val="000000"/>
      </ns0:dk1>
      <ns0:lt1>
        <ns0:srgbClr val="FFFFFF"/>
      </ns0:lt1>
      <ns0:dk2>
        <ns0:srgbClr val="0E2841"/>
      </ns0:dk2>
      <ns0:lt2>
        <ns0:srgbClr val="E8E8E8"/>
      </ns0:lt2>
      <ns0:accent1>
        <ns0:srgbClr val="156082"/>
      </ns0:accent1>
      <ns0:accent2>
        <ns0:srgbClr val="E97132"/>
      </ns0:accent2>
      <ns0:accent3>
        <ns0:srgbClr val="196B24"/>
      </ns0:accent3>
      <ns0:accent4>
        <ns0:srgbClr val="0F9ED5"/>
      </ns0:accent4>
      <ns0:accent5>
        <ns0:srgbClr val="A02B93"/>
      </ns0:accent5>
      <ns0:accent6>
        <ns0:srgbClr val="4EA72E"/>
      </ns0:accent6>
      <ns0:hlink>
        <ns0:srgbClr val="467886"/>
      </ns0:hlink>
      <ns0:folHlink>
        <ns0:srgbClr val="96607D"/>
      </ns0:folHlink>
    </ns0:clrScheme>
    <ns0:fontScheme name="Office">
      <ns0:majorFont>
        <ns0:latin typeface="Calibri Light"/>
        <ns0:ea typeface="Calibri Light"/>
        <ns0:cs typeface="Calibri Light"/>
      </ns0:majorFont>
      <ns0:minorFont>
        <ns0:latin typeface="Calibri"/>
        <ns0:ea typeface="Calibri"/>
        <ns0:cs typeface="Calibri"/>
      </ns0:minorFont>
    </ns0:fontScheme>
    <ns0:fmtScheme name="ChatGPT">
      <ns0:fillStyleLst>
        <ns0:solidFill>
          <ns0:schemeClr val="phClr"/>
        </ns0:solidFill>
        <ns0:gradFill>
          <ns0:gsLst>
            <ns0:gs pos="0">
              <ns0:schemeClr val="phClr">
                <ns0:tint val="67000"/>
                <ns0:lumMod val="110000"/>
                <ns0:satMod val="105000"/>
              </ns0:schemeClr>
            </ns0:gs>
            <ns0:gs pos="50000">
              <ns0:schemeClr val="phClr">
                <ns0:tint val="73000"/>
                <ns0:lumMod val="105000"/>
                <ns0:satMod val="103000"/>
              </ns0:schemeClr>
            </ns0:gs>
            <ns0:gs pos="100000">
              <ns0:schemeClr val="phClr">
                <ns0:tint val="81000"/>
                <ns0:lumMod val="105000"/>
                <ns0:satMod val="109000"/>
              </ns0:schemeClr>
            </ns0:gs>
          </ns0:gsLst>
          <ns0:lin ang="5400000" scaled="0"/>
        </ns0:gradFill>
        <ns0:gradFill>
          <ns0:gsLst>
            <ns0:gs pos="0">
              <ns0:schemeClr val="phClr">
                <ns0:tint val="94000"/>
                <ns0:lumMod val="102000"/>
                <ns0:satMod val="103000"/>
              </ns0:schemeClr>
            </ns0:gs>
            <ns0:gs pos="50000">
              <ns0:schemeClr val="phClr">
                <ns0:shade val="100000"/>
                <ns0:lumMod val="100000"/>
                <ns0:satMod val="110000"/>
              </ns0:schemeClr>
            </ns0:gs>
            <ns0:gs pos="100000">
              <ns0:schemeClr val="phClr">
                <ns0:shade val="78000"/>
                <ns0:lumMod val="99000"/>
                <ns0:satMod val="120000"/>
              </ns0:schemeClr>
            </ns0:gs>
          </ns0:gsLst>
          <ns0:lin ang="5400000" scaled="0"/>
        </ns0:gradFill>
      </ns0:fillStyleLst>
      <ns0:lnStyleLst>
        <ns0:ln w="12700">
          <ns0:solidFill>
            <ns0:schemeClr val="phClr"/>
          </ns0:solidFill>
          <ns0:prstDash val="solid"/>
        </ns0:ln>
        <ns0:ln w="19050">
          <ns0:solidFill>
            <ns0:schemeClr val="phClr"/>
          </ns0:solidFill>
          <ns0:prstDash val="solid"/>
        </ns0:ln>
        <ns0:ln w="25400">
          <ns0:solidFill>
            <ns0:schemeClr val="phClr"/>
          </ns0:solidFill>
          <ns0:prstDash val="solid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19050" dist="9525" dir="5400000">
              <ns0:srgbClr val="000000">
                <ns0:alpha val="6000"/>
              </ns0:srgbClr>
            </ns0:outerShdw>
          </ns0:effectLst>
        </ns0:effectStyle>
        <ns0:effectStyle>
          <ns0:effectLst>
            <ns0:outerShdw blurRad="28575" dist="9525" dir="5400000">
              <ns0:srgbClr val="000000">
                <ns0:alpha val="8000"/>
              </ns0:srgbClr>
            </ns0:outerShdw>
          </ns0:effectLst>
        </ns0:effectStyle>
        <ns0:effectStyle>
          <ns0:effectLst>
            <ns0:outerShdw blurRad="57150" dist="19050" dir="5400000">
              <ns0:srgbClr val="000000">
                <ns0:alpha val="10000"/>
              </ns0:srgbClr>
            </ns0:outerShdw>
          </ns0:effectLst>
        </ns0:effectStyle>
        <ns0:effectStyle>
          <ns0:effectLst>
            <ns0:outerShdw blurRad="114300" dist="38100" dir="5400000">
              <ns0:srgbClr val="000000">
                <ns0:alpha val="12000"/>
              </ns0:srgbClr>
            </ns0:outerShdw>
          </ns0:effectLst>
        </ns0:effectStyle>
        <ns0:effectStyle>
          <ns0:effectLst>
            <ns0:outerShdw blurRad="171450" dist="57150" dir="5400000">
              <ns0:srgbClr val="000000">
                <ns0:alpha val="16000"/>
              </ns0:srgbClr>
            </ns0:outerShdw>
          </ns0:effectLst>
        </ns0:effectStyle>
        <ns0:effectStyle>
          <ns0:effectLst>
            <ns0:outerShdw blurRad="266700" dist="95250" dir="5400000">
              <ns0:srgbClr val="000000">
                <ns0:alpha val="24000"/>
              </ns0:srgbClr>
            </ns0:outerShdw>
          </ns0:effectLst>
        </ns0:effectStyle>
      </ns0:effectStyleLst>
      <ns0:bgFillStyleLst>
        <ns0:solidFill>
          <ns0:schemeClr val="phClr"/>
        </ns0:solidFill>
      </ns0:bgFillStyleLst>
    </ns0:fmtScheme>
  </ns0:themeElements>
</ns0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2026-09-26T01:49:30.3340000Z</dcterms:created>
  <dcterms:modified xsi:type="dcterms:W3CDTF">2026-09-26T01:49:30.3340000Z</dcterms:modified>
</coreProperties>
</file>